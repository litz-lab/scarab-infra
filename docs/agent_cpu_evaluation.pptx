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Retiring</c:v>
                </c:pt>
              </c:strCache>
            </c:strRef>
          </c:tx>
          <c:spPr>
            <a:solidFill>
              <a:srgbClr val="2CA02C"/>
            </a:solidFill>
          </c:spPr>
          <c:cat>
            <c:strRef>
              <c:f>Sheet1!$A$2:$A$6</c:f>
              <c:strCache>
                <c:ptCount val="5"/>
                <c:pt idx="0">
                  <c:v>LangChain</c:v>
                </c:pt>
                <c:pt idx="1">
                  <c:v>LangGraph</c:v>
                </c:pt>
                <c:pt idx="2">
                  <c:v>AutoGen</c:v>
                </c:pt>
                <c:pt idx="3">
                  <c:v>Haystack</c:v>
                </c:pt>
                <c:pt idx="4">
                  <c:v>SWE-Agent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19.016666666666666</c:v>
                </c:pt>
                <c:pt idx="1">
                  <c:v>17.95</c:v>
                </c:pt>
                <c:pt idx="2">
                  <c:v>19.466666666666665</c:v>
                </c:pt>
                <c:pt idx="3">
                  <c:v>22.083333333333332</c:v>
                </c:pt>
                <c:pt idx="4">
                  <c:v>19.916666666666668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Bad Speculation</c:v>
                </c:pt>
              </c:strCache>
            </c:strRef>
          </c:tx>
          <c:spPr>
            <a:solidFill>
              <a:srgbClr val="FF7F0E"/>
            </a:solidFill>
          </c:spPr>
          <c:cat>
            <c:strRef>
              <c:f>Sheet1!$A$2:$A$6</c:f>
              <c:strCache>
                <c:ptCount val="5"/>
                <c:pt idx="0">
                  <c:v>LangChain</c:v>
                </c:pt>
                <c:pt idx="1">
                  <c:v>LangGraph</c:v>
                </c:pt>
                <c:pt idx="2">
                  <c:v>AutoGen</c:v>
                </c:pt>
                <c:pt idx="3">
                  <c:v>Haystack</c:v>
                </c:pt>
                <c:pt idx="4">
                  <c:v>SWE-Agent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4.216666666666667</c:v>
                </c:pt>
                <c:pt idx="1">
                  <c:v>4.066666666666666</c:v>
                </c:pt>
                <c:pt idx="2">
                  <c:v>4.616666666666667</c:v>
                </c:pt>
                <c:pt idx="3">
                  <c:v>4.8999999999999995</c:v>
                </c:pt>
                <c:pt idx="4">
                  <c:v>4.533333333333333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Frontend Bound</c:v>
                </c:pt>
              </c:strCache>
            </c:strRef>
          </c:tx>
          <c:spPr>
            <a:solidFill>
              <a:srgbClr val="1F77B4"/>
            </a:solidFill>
          </c:spPr>
          <c:cat>
            <c:strRef>
              <c:f>Sheet1!$A$2:$A$6</c:f>
              <c:strCache>
                <c:ptCount val="5"/>
                <c:pt idx="0">
                  <c:v>LangChain</c:v>
                </c:pt>
                <c:pt idx="1">
                  <c:v>LangGraph</c:v>
                </c:pt>
                <c:pt idx="2">
                  <c:v>AutoGen</c:v>
                </c:pt>
                <c:pt idx="3">
                  <c:v>Haystack</c:v>
                </c:pt>
                <c:pt idx="4">
                  <c:v>SWE-Agent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26.55</c:v>
                </c:pt>
                <c:pt idx="1">
                  <c:v>30.783333333333335</c:v>
                </c:pt>
                <c:pt idx="2">
                  <c:v>32.233333333333334</c:v>
                </c:pt>
                <c:pt idx="3">
                  <c:v>28.566666666666666</c:v>
                </c:pt>
                <c:pt idx="4">
                  <c:v>26.683333333333334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Backend Bound</c:v>
                </c:pt>
              </c:strCache>
            </c:strRef>
          </c:tx>
          <c:spPr>
            <a:solidFill>
              <a:srgbClr val="D62728"/>
            </a:solidFill>
          </c:spPr>
          <c:cat>
            <c:strRef>
              <c:f>Sheet1!$A$2:$A$6</c:f>
              <c:strCache>
                <c:ptCount val="5"/>
                <c:pt idx="0">
                  <c:v>LangChain</c:v>
                </c:pt>
                <c:pt idx="1">
                  <c:v>LangGraph</c:v>
                </c:pt>
                <c:pt idx="2">
                  <c:v>AutoGen</c:v>
                </c:pt>
                <c:pt idx="3">
                  <c:v>Haystack</c:v>
                </c:pt>
                <c:pt idx="4">
                  <c:v>SWE-Agent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50.18333333333334</c:v>
                </c:pt>
                <c:pt idx="1">
                  <c:v>47.21666666666667</c:v>
                </c:pt>
                <c:pt idx="2">
                  <c:v>43.68333333333334</c:v>
                </c:pt>
                <c:pt idx="3">
                  <c:v>44.46666666666667</c:v>
                </c:pt>
                <c:pt idx="4">
                  <c:v>48.86666666666667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B579A"/>
                </a:solidFill>
              </a:defRPr>
            </a:pPr>
            <a:r>
              <a:t>CPU Microarchitecture Evaluation</a:t>
            </a:r>
            <a:br/>
            <a:r>
              <a:t>of Agentic AI Workloads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474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7F7F7F"/>
                </a:solidFill>
              </a:defRPr>
            </a:pPr>
            <a:r>
              <a:t>SimPoint-based trace collection &amp; Scarab simulation</a:t>
            </a:r>
          </a:p>
          <a:p>
            <a:pPr>
              <a:spcAft>
                <a:spcPts val="400"/>
              </a:spcAft>
              <a:defRPr sz="2000">
                <a:solidFill>
                  <a:srgbClr val="7F7F7F"/>
                </a:solidFill>
              </a:defRPr>
            </a:pPr>
            <a:r>
              <a:t>for LangChain, LangGraph, AutoGen, Haystack (RAG), and SWE-Agent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7F7F7F"/>
                </a:solidFill>
              </a:defRPr>
            </a:pPr>
            <a:r>
              <a:t>Surim Oh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B579A"/>
                </a:solidFill>
              </a:defRPr>
            </a:pPr>
            <a: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Agentic AI is an emerging CPU workload class — orchestration, tool calling, state management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Current CPU benchmarks (SPEC, GeekBench) don't capture agent execution patterns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Agent workloads have distinct microarchitectural signatures:</a:t>
            </a:r>
          </a:p>
          <a:p>
            <a:pPr lvl="1"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Frontend-bound: deep call stacks, polymorphic dispatch, large code footprints</a:t>
            </a:r>
          </a:p>
          <a:p>
            <a:pPr lvl="1"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Backend-bound: JSON/string processing, hash table lookups, dict manipulation</a:t>
            </a:r>
          </a:p>
          <a:p>
            <a:pPr lvl="1"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Branch-heavy: conditional tool selection, state-machine transitions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Goal: characterize 5 agent workloads spanning frameworks and application archetypes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Method: perf stat (real HW) + SimPoint traces → Scarab cycle-accurate simulation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B579A"/>
                </a:solidFill>
              </a:defRPr>
            </a:pPr>
            <a:r>
              <a:t>Workload Suite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Workload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Framework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Archetype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Key Computation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Mock Components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Peak RSS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LangChain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LangChain Core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Simple agent loop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JSON ser/deser, string ops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Fake tool (local_search)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50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LangGraph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LangGraph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ReAct agent (graph)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JSON, message passing, graph traversal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FakeToolCallingModel, 3 tools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~80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AutoGen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AutoGen AgentChat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Multi-agent (async)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Async orchestration, JSON, dict ops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ReplayChatCompletionClient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~90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Haystack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Sentence-Transformers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+ FAISS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RAG pipeline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FP32 embedding, SIMD dot-product,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numpy matrix ops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Real model, synthetic corpus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519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SWE-Agent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LangGraph StateGraph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Multi-step planning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Regex, string/dict manipulation,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branchy control flow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6 mock dev tools, scripted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20-step sequence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252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Workload Algorithms (1/3): LangChain &amp; LangGraph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F77B4"/>
                </a:solidFill>
              </a:defRPr>
            </a:pPr>
            <a:r>
              <a:t>LangChain — Simple Agent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Pipeline: plan → select_tool → marshal_request → invoke_tool → parse_response → synthesize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Single tool (local_search) returns deterministic JSON results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Context blob scales with --context-size: 416B (short) / 1.6KB (med) / 6.6KB (long)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Computational core: JSON encode/decode with sort_keys, dict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F77B4"/>
                </a:solidFill>
              </a:defRPr>
            </a:pPr>
            <a:r>
              <a:t>LangGraph — Graph-Structured ReAct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Uses create_react_agent with FakeToolCallingModel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Per iteration: 3 tool calls (cpu_analyze → memory_profile → branch_analyze)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Adds message accumulation and graph-node traversal overhead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More framework overhead than LangChain: state checkpointing, edge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Workload Algorithms (2/3): AutoGen &amp; Haystack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2CA02C"/>
                </a:solidFill>
              </a:defRPr>
            </a:pPr>
            <a:r>
              <a:t>AutoGen — Async Multi-Agent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AssistantAgent with ReplayChatCompletionClient (7 scripted responses)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3 async tools: topdown_analyze, cache_profile, branch_stats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Python asyncio event loop adds coroutine scheduling overhead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Distinct from LangChain/LangGraph: async/await dispatch, different runtime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2CA02C"/>
                </a:solidFill>
              </a:defRPr>
            </a:pPr>
            <a:r>
              <a:t>Haystack — RAG Pipeline (Real ML Inference)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Real SentenceTransformer model: all-MiniLM-L6-v2 (22M params, FP32)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Pipeline: embed_query → FAISS vector_search (top-k=10) → rerank → synthesize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Corpus scales: 100 docs (short) / 500 (med) / 2000 (long)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SIMD-heavy: PyTorch FP32 inference, FAISS IndexFlatIP dot products, numpy ops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Only workload with real ML compute — expected backend-bound (memory/FP)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Workload Algorithms (3/3): SWE-Agent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9467BD"/>
                </a:solidFill>
              </a:defRPr>
            </a:pPr>
            <a:r>
              <a:t>SWE-Agent — Multi-Step Planning Agent (Bug-Fix Simulation)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Built on LangGraph StateGraph with 5 nodes: planner → tool_selector → tool_executor → observer → check_done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Rich AgentState: task, plan[], completed[], file_state{}, observations[], step_count, messages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6 mock developer tools (pure-CPU, in-memory file system):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read_file, write_file, list_dir — dict key/value operations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grep_files — regex compilation + search across file corpus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run_tests — conditional pass/fail based on step count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apply_patch — deterministic string mutation (simulates a-b → a+b fix)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20-step scripted sequence per iteration with conditional replanning every 2 steps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Deepest control flow of all workloads — closest to real multi-step agent planning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CPU Performance Characteristics (perf stat, Top-Down L1)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Framework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Retiring %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Bad Spec %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Frontend</a:t>
                      </a:r>
                    </a:p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Bound %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Backend</a:t>
                      </a:r>
                    </a:p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Bound %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Exec Time</a:t>
                      </a:r>
                    </a:p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(representative)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Peak RSS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LangChain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19.0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4.2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26.6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50.2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12s (short/250)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50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LangGraph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17.9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4.1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30.8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47.2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~2 min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~80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AutoGen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19.5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4.6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32.2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43.7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~2 min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~90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Haystack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22.1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28.6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44.5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2m31s (short/100)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519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SWE-Agent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19.9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4.5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26.7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48.9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2m8s (short/150)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252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All agent workloads are dominated by backend-bound stalls (44-53%) — memory/data dependencies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Frontend-bound is significant (25-32%) — large Python code footprint, indirect dispatch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Retiring is low (17-22%) — typical of interpreted languages with high overhead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Bad speculation is modest (4-5%) — branch prediction handles Python's patterns reasonably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Haystack shows higher variance across variants — real ML inference vs framework overhead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Top-Down L1 Breakdown by Workload (Average Across Variants)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371600" y="1188720"/>
          <a:ext cx="91440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Infrastructure Updates: scarab-infra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Added 5 agent workloads with Docker-containerized environments: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LangChain, LangGraph, AutoGen — Python 3.10 + framework packages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Haystack — sentence-transformers + FAISS + numpy (model pre-downloaded at build time)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SWE-Agent — LangGraph StateGraph with rich state and 6 mock developer tools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Each workload: 6 variants (short/medium/long × 2 iteration counts) = 30 configurations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Trace pipeline: cluster_then_trace (SimPoint) with libfpg.so fingerprinting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Perf pipeline: perf stat with Top-Down L1 counters on pinned core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Slurm integration: parallel job submission, auto image build on nodes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Status tracking: ./sci --status shows per-job stage (fingerprinting/clustering/tracing/...)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Key files modified: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workloads/agent/ — Dockerfile + run scripts (run_langchain.py, run_langgraph.py, etc.)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json/agent_trace.json, agent_perf.json — 30-variant descriptors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common/scripts/run_simpoint_trace.py — multi-thread handling, DR config isolation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scripts/slurm_runner.py — stage progress, kill wait, image cleanup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DynamoRIO Fixes (fork: 5surim/dynamorio)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D62728"/>
                </a:solidFill>
              </a:defRPr>
            </a:pPr>
            <a:r>
              <a:t>Problem: SIGSEGV crash in d_r_strcmp during multi-threaded Python workloads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Root Cause: Race condition in module_list_remove() (core/module_list.c:290-342)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Thread A: releases write lock (line 322) for client callback, module still in vmvector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Thread B: gets module name pointer via vmvector lookup, releases read lock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Thread A: reacquires lock, frees module data (line 338) — Thread B's pointer is now stale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Thread B: calls d_r_strcmp with freed pointer → SIGSEGV or garbage data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Fix 1: d_r_strcmp safe_read guard (core/string.c + core/drlibc/drlibc.c)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Added d_r_safe_read() probe before dereferencing; returns 0 (equal) on bad pointers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Returning 0 breaks callers out of open-addressing hash table loops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Fix 2: strhash_key_cmp guard (core/hashtable.c)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Added safe_read in hash table key comparator; returns true (match) on bad pointers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Prevents infinite loops in open-addressing lookup when keys are stale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Fix 3: DYNAMORIO_CONFIGDIR isolation (scarab-infra side)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DR caches per-process configs in ~/.dynamorio/ keyed by binary+PID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Concurrent jobs on same NFS home caused config cross-contamination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Solution: per-workload config directory via DYNAMORIO_CONFIGDIR env var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Scarab Fix + Multi-Threaded Workload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F77B4"/>
                </a:solidFill>
              </a:defRPr>
            </a:pPr>
            <a:r>
              <a:t>Scarab Build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GCC 11 (Ubuntu 22.04) treats -Wclass-memaccess as error with -Werror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cbp_tagescl_64k.h: memset() on non-trivial C++ classes (cbp64_folded_history, cbp64_lentry)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Fix: replaced memset with default-construction loops: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for (auto &amp;x : ch_i) x = cbp64_folded_history();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for (auto &amp;row : ch_t) for (auto &amp;x : row) x = cbp64_folded_history();  // 2D array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for (auto &amp;x : ltable) x = cbp64_lentry();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F77B4"/>
                </a:solidFill>
              </a:defRPr>
            </a:pPr>
            <a:r>
              <a:t>Multi-Threaded Fingerprint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Python workloads spawn helper threads (GC, import, signal handlers)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libfpg.so creates per-thread fingerprint files (bbfp.&lt;thread_id&gt;)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cluster_then_trace expected exactly 1 bbfp file — failed with multiple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Fix: pick the main thread's fingerprint (file with most segments)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CPython GIL ensures main thread dominates instruction execution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Scarab is single-core: simulating main thread is representative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B579A"/>
                </a:solidFill>
              </a:defRPr>
            </a:pPr>
            <a:r>
              <a:t>Current Status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Details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Perf collection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(perf stat)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Complete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30/30 variants collected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Top-Down L1 data in workloads_db.json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Trace collection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(SimPoint fingerprint)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In progress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30 jobs running on slurm cluster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(cluster_then_trace mode with libfpg.so)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Trace collection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(SimPoint clustering + tracing)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Runs after fingerprinting completes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Scarab simulation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Will run after traces are collected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DynamoRIO fork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Deployed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3 fixes on 5surim/dynamorio:release_10.0.0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Workaround for module_list_remove race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Scarab fork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Fixed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GCC 11 build fix for cbp_tagescl_64k.h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B579A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1. Complete SimPoint trace collection (30 workload variants)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Fingerprinting → clustering → representative segment tracing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Expected: ~10-20 simpoints per workload variant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2. Run Scarab cycle-accurate simulation on collected traces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Simulate each simpoint segment with detailed microarchitecture model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Collect IPC, cache miss rates, branch misprediction rates, pipeline utilization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3. Detailed microarchitectural analysis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Compare agent workloads vs traditional benchmarks (SPEC, datacenter)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Identify bottlenecks: i-cache misses, d-cache pressure, branch misprediction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Characterize per-workload signatures: RAG (backend/SIMD) vs framework (frontend)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4. Architecture sensitivity studies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Sweep cache sizes, branch predictor configs, prefetcher policies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Identify which microarchitectural knobs matter most for agent workloads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5. Upstream DynamoRIO fix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Proper fix: remove module from vmvector before releasing write lock in module_list_remove()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Submit PR to DynamoRIO upstream repo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Appendix: SimPoint Methodology (cluster_then_trace)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Phase 1: Fingerprinting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Run workload under DynamoRIO with libfpg.so client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Collect basic block frequency vectors every 10M instructions (segment)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Output: bbfp.&lt;tid&gt; (fingerprint) + pcmap.&lt;tid&gt; (PC mapping)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Phase 2: Clustering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SimPoint k-means clustering on BB frequency vectors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Select representative segments (simpoints) with weights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Typically 10-20 clusters per workload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Phase 3: Trace Collection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Re-run workload under DynamoRIO drcachesim, trace only selected segments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-trace_after_instrs N -trace_for_instrs M to capture specific instruction windows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5 segments of warmup (50M instructions) before each simpoint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Phase 4: Simulation (next step)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Feed traces to Scarab cycle-accurate simulator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Weighted IPC = sum(simpoint_weight × simpoint_IPC)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